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다연" initials="다" lastIdx="1" clrIdx="0">
    <p:extLst>
      <p:ext uri="{19B8F6BF-5375-455C-9EA6-DF929625EA0E}">
        <p15:presenceInfo xmlns:p15="http://schemas.microsoft.com/office/powerpoint/2012/main" userId="87da625982f29a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DFDFD"/>
    <a:srgbClr val="D75E5E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35" autoAdjust="0"/>
    <p:restoredTop sz="94660"/>
  </p:normalViewPr>
  <p:slideViewPr>
    <p:cSldViewPr snapToGrid="0">
      <p:cViewPr>
        <p:scale>
          <a:sx n="100" d="100"/>
          <a:sy n="100" d="100"/>
        </p:scale>
        <p:origin x="147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44859-B118-46A2-8EF5-ABBB7F3D8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83F779-428A-4D17-8D78-17BEE5C0A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BD83AE-055B-46A8-9C33-D2C2F232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91EC5-0D57-4BC7-ADCF-B6287C8F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2B9C1-6AB0-4ABC-9302-E6616410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5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4351B-A2A3-41A3-A992-D1C7262DA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F9929-4B83-4E04-A31F-C0D798C39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AC70F-04A7-4BC3-9326-27E89C9B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EC0FBD-0F20-4C7B-9D3B-7369689E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46557-0672-460B-9C83-BF14CB08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24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07CD3-B61D-4015-9139-1A11136D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331AA3-24DC-43A0-84E5-A6592F022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43992C-602B-497D-BACD-7A1E413B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1144E-F235-429E-8F47-BDF7F5C6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52DDD-0482-409E-81E4-902E65CE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3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4E749-B4A3-4EF8-8B46-58F9BEA4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E8746-44D1-4815-9D5E-925757AC6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7FC0B3-3BCB-4678-BEDE-FF30783F6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F2F6C5-CBEF-47D1-B705-67A53027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9F5E9C-D2C9-4D16-9C72-02E654FD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60FDC4-75AF-455C-AC63-1D570C70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229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0827D-D39D-4483-BD73-90191FAC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F33D42-F2A9-41A3-B957-99B4AEAD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9B8786-35CC-4944-BB00-986E13D3F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91A085-BA87-4B7E-B77F-D45705D0D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5BFA2F-C8C3-48B7-BE17-7906B733D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540778-2E14-4755-BCAC-2884E794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0CCF2E-021E-4237-892A-B7EA47B9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204B4D-82E8-4FE9-B312-DF36B16E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28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FF4E1-3A6D-40B4-AE88-E3BBA4A0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C8987A-8482-4936-BD6D-3816CEAC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297ED2-C5E5-46BA-BBDE-1DACFBAB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ACB35D-1211-4CC2-A861-6B8655E7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61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DF2D81-EC9E-4142-8051-8540B4E3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47261-0DE5-48A2-BBFA-25FDB9EC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FF0A9F-08FF-49FA-94F5-B33920BB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035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9E46E-9454-42B3-91DC-F5C5E7C9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0710CB-2217-4C9A-BC8E-5FB5231DB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7BECC1-B113-46BC-AA69-C73D1CC11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EC192D-751F-46E1-BDAC-5760D5C8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51FFBD-4BC7-4F1F-BBA3-07C7803D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EFB893-160D-41ED-ABA4-A1926CFC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027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1C4C9-6043-4A08-A826-ED37A73E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602FE7-2BE2-41C1-8ACB-8717E37F3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3D2A07-3FF8-4F2D-8C28-B0E065BFE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F1A93B-4446-475E-96A5-67FD135C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B35F34-58AD-405B-A894-489F6610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7CF38-0DA4-4C09-A6DC-68546185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49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A215A-6EAB-4190-9277-D40E53E3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3A4980-9263-4348-8051-1A4BE4225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9EA810-EBC4-4562-A360-7245DB57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D4FF78-4D93-4B21-A71C-46B15958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B083AC-074D-44D7-B318-D7192A42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8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7E31F6-7511-4FFB-83FB-BA8B3616B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B0F78A-E186-4CA9-9627-C761B5DDF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71F25-F6C5-4E23-A101-9D7F136A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B33A-BDC4-4032-8BFF-35A3E13B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BEE681-2BC0-44A1-96C6-7D047405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2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1B7274-4E2B-4CFF-958B-5E67CD9E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4A6DE6-6C88-4807-851F-F6559280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F1F396-0CEF-4BFC-B517-D0065E290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C8B48-4F2D-4403-A2F8-00B27004D0B8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504C6-32DE-49F4-9E70-306DF5735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10C43-26A4-4D72-9473-9DA38007B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E00-5733-432F-AD03-7538233C4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97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4205716-FCDD-FC06-54B5-693AA5B820E7}"/>
              </a:ext>
            </a:extLst>
          </p:cNvPr>
          <p:cNvSpPr/>
          <p:nvPr/>
        </p:nvSpPr>
        <p:spPr>
          <a:xfrm>
            <a:off x="3909235" y="1656234"/>
            <a:ext cx="7806644" cy="53828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AAC77-1AFD-42FB-B1D2-7FED17A95A5D}"/>
              </a:ext>
            </a:extLst>
          </p:cNvPr>
          <p:cNvSpPr txBox="1"/>
          <p:nvPr/>
        </p:nvSpPr>
        <p:spPr>
          <a:xfrm>
            <a:off x="366135" y="286688"/>
            <a:ext cx="393059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UITE Heavy" pitchFamily="2" charset="-127"/>
                <a:ea typeface="SUITE Heavy" pitchFamily="2" charset="-127"/>
              </a:rPr>
              <a:t>DarkPyonix</a:t>
            </a:r>
            <a:endParaRPr lang="ko-KR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SUITE Heavy" pitchFamily="2" charset="-127"/>
              <a:ea typeface="SUITE Heavy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B8961-440E-40D1-9DB1-22D26E11DF00}"/>
              </a:ext>
            </a:extLst>
          </p:cNvPr>
          <p:cNvSpPr txBox="1"/>
          <p:nvPr/>
        </p:nvSpPr>
        <p:spPr>
          <a:xfrm>
            <a:off x="394710" y="974038"/>
            <a:ext cx="3517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latin typeface="SUITE Light" pitchFamily="2" charset="-127"/>
                <a:ea typeface="SUITE Light" pitchFamily="2" charset="-127"/>
              </a:rPr>
              <a:t>The shareable in-browser notebook</a:t>
            </a:r>
            <a:endParaRPr lang="ko-KR" altLang="en-US" sz="1600" dirty="0">
              <a:solidFill>
                <a:schemeClr val="bg2">
                  <a:lumMod val="50000"/>
                </a:schemeClr>
              </a:solidFill>
              <a:latin typeface="SUITE Light" pitchFamily="2" charset="-127"/>
              <a:ea typeface="SUITE Light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B62AA-BF2D-48F2-9A85-C0E4D27C7542}"/>
              </a:ext>
            </a:extLst>
          </p:cNvPr>
          <p:cNvSpPr txBox="1"/>
          <p:nvPr/>
        </p:nvSpPr>
        <p:spPr>
          <a:xfrm>
            <a:off x="394710" y="1686480"/>
            <a:ext cx="31805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spc="300" dirty="0">
                <a:solidFill>
                  <a:schemeClr val="bg2">
                    <a:lumMod val="50000"/>
                  </a:schemeClr>
                </a:solidFill>
                <a:latin typeface="SUITE" pitchFamily="2" charset="-127"/>
                <a:ea typeface="SUITE" pitchFamily="2" charset="-127"/>
              </a:rPr>
              <a:t>RECENT NOTEBOOKS</a:t>
            </a:r>
            <a:endParaRPr lang="ko-KR" altLang="en-US" sz="1000" spc="300" dirty="0">
              <a:solidFill>
                <a:schemeClr val="bg2">
                  <a:lumMod val="50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5065F-EF2D-43E6-8F33-7A74F7B35055}"/>
              </a:ext>
            </a:extLst>
          </p:cNvPr>
          <p:cNvSpPr txBox="1"/>
          <p:nvPr/>
        </p:nvSpPr>
        <p:spPr>
          <a:xfrm>
            <a:off x="502679" y="2508746"/>
            <a:ext cx="144941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UITE" pitchFamily="2" charset="-127"/>
                <a:ea typeface="SUITE" pitchFamily="2" charset="-127"/>
              </a:rPr>
              <a:t>dataset_coco.py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2A5FB-27D1-47A8-B505-7A4E5D194D89}"/>
              </a:ext>
            </a:extLst>
          </p:cNvPr>
          <p:cNvSpPr txBox="1"/>
          <p:nvPr/>
        </p:nvSpPr>
        <p:spPr>
          <a:xfrm>
            <a:off x="411208" y="3460872"/>
            <a:ext cx="31805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spc="300" dirty="0">
                <a:solidFill>
                  <a:schemeClr val="bg2">
                    <a:lumMod val="50000"/>
                  </a:schemeClr>
                </a:solidFill>
                <a:latin typeface="SUITE" pitchFamily="2" charset="-127"/>
                <a:ea typeface="SUITE" pitchFamily="2" charset="-127"/>
              </a:rPr>
              <a:t>HOSTS</a:t>
            </a:r>
            <a:endParaRPr lang="ko-KR" altLang="en-US" sz="1000" spc="300" dirty="0">
              <a:solidFill>
                <a:schemeClr val="bg2">
                  <a:lumMod val="50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8BFDF62-5EA1-4437-B4FC-32F7EB9A1DA5}"/>
              </a:ext>
            </a:extLst>
          </p:cNvPr>
          <p:cNvSpPr/>
          <p:nvPr/>
        </p:nvSpPr>
        <p:spPr>
          <a:xfrm>
            <a:off x="411208" y="2059141"/>
            <a:ext cx="3249909" cy="338554"/>
          </a:xfrm>
          <a:prstGeom prst="roundRect">
            <a:avLst>
              <a:gd name="adj" fmla="val 14095"/>
            </a:avLst>
          </a:prstGeom>
          <a:solidFill>
            <a:srgbClr val="C00000">
              <a:alpha val="63000"/>
            </a:srgb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altLang="ko-KR" sz="1400" dirty="0">
                <a:latin typeface="SUITE" pitchFamily="2" charset="-127"/>
                <a:ea typeface="SUITE" pitchFamily="2" charset="-127"/>
              </a:rPr>
              <a:t>  test_python.py</a:t>
            </a:r>
            <a:endParaRPr lang="ko-KR" altLang="en-US" sz="1400" dirty="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3BD27CA-6F34-436D-9646-08597A803DAC}"/>
              </a:ext>
            </a:extLst>
          </p:cNvPr>
          <p:cNvSpPr/>
          <p:nvPr/>
        </p:nvSpPr>
        <p:spPr>
          <a:xfrm>
            <a:off x="4262443" y="1946373"/>
            <a:ext cx="7444296" cy="1584000"/>
          </a:xfrm>
          <a:prstGeom prst="roundRect">
            <a:avLst>
              <a:gd name="adj" fmla="val 7209"/>
            </a:avLst>
          </a:prstGeom>
          <a:solidFill>
            <a:schemeClr val="bg1">
              <a:lumMod val="9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A798A-E031-4031-8E01-8E2D8958932F}"/>
              </a:ext>
            </a:extLst>
          </p:cNvPr>
          <p:cNvSpPr txBox="1"/>
          <p:nvPr/>
        </p:nvSpPr>
        <p:spPr>
          <a:xfrm>
            <a:off x="4372761" y="2045310"/>
            <a:ext cx="207629" cy="14080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1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2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3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4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5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6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7</a:t>
            </a:r>
            <a:endParaRPr lang="ko-KR" altLang="en-US" sz="105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8B96633D-255E-4D3A-9CD3-F349E60F2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250" y="3300467"/>
            <a:ext cx="221311" cy="22990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12696CA-7B8A-4374-86DC-1C7635AEEF48}"/>
              </a:ext>
            </a:extLst>
          </p:cNvPr>
          <p:cNvSpPr txBox="1"/>
          <p:nvPr/>
        </p:nvSpPr>
        <p:spPr>
          <a:xfrm>
            <a:off x="10806113" y="1222306"/>
            <a:ext cx="900626" cy="226800"/>
          </a:xfrm>
          <a:prstGeom prst="roundRect">
            <a:avLst>
              <a:gd name="adj" fmla="val 15617"/>
            </a:avLst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900" dirty="0">
                <a:latin typeface="SUITE" pitchFamily="2" charset="-127"/>
                <a:ea typeface="SUITE" pitchFamily="2" charset="-127"/>
              </a:rPr>
              <a:t>Select Kernel</a:t>
            </a:r>
            <a:endParaRPr lang="ko-KR" altLang="en-US" sz="900" dirty="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41A3308-6D26-4347-A400-379D00C25294}"/>
              </a:ext>
            </a:extLst>
          </p:cNvPr>
          <p:cNvSpPr/>
          <p:nvPr/>
        </p:nvSpPr>
        <p:spPr>
          <a:xfrm>
            <a:off x="411208" y="3788983"/>
            <a:ext cx="3249909" cy="1252139"/>
          </a:xfrm>
          <a:prstGeom prst="roundRect">
            <a:avLst>
              <a:gd name="adj" fmla="val 6327"/>
            </a:avLst>
          </a:prstGeom>
          <a:solidFill>
            <a:schemeClr val="bg1">
              <a:lumMod val="95000"/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172105D8-2E76-4018-90E5-6922B3F76E09}"/>
              </a:ext>
            </a:extLst>
          </p:cNvPr>
          <p:cNvSpPr/>
          <p:nvPr/>
        </p:nvSpPr>
        <p:spPr>
          <a:xfrm>
            <a:off x="510794" y="3895986"/>
            <a:ext cx="149773" cy="152262"/>
          </a:xfrm>
          <a:prstGeom prst="ellipse">
            <a:avLst/>
          </a:prstGeom>
          <a:solidFill>
            <a:schemeClr val="accent6">
              <a:lumMod val="7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2CF9D8-DE96-4BBC-8114-26E6B14FF5B4}"/>
              </a:ext>
            </a:extLst>
          </p:cNvPr>
          <p:cNvSpPr txBox="1"/>
          <p:nvPr/>
        </p:nvSpPr>
        <p:spPr>
          <a:xfrm>
            <a:off x="728713" y="3883662"/>
            <a:ext cx="139524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200" dirty="0">
                <a:latin typeface="SUITE Medium" pitchFamily="2" charset="-127"/>
                <a:ea typeface="SUITE Medium" pitchFamily="2" charset="-127"/>
              </a:rPr>
              <a:t>168.127.0.25</a:t>
            </a:r>
            <a:endParaRPr lang="ko-KR" altLang="en-US" sz="1200" dirty="0">
              <a:latin typeface="SUITE Medium" pitchFamily="2" charset="-127"/>
              <a:ea typeface="SUITE Medium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177698-7E15-4DA6-AA2E-3D5C8E3EDF53}"/>
              </a:ext>
            </a:extLst>
          </p:cNvPr>
          <p:cNvSpPr txBox="1"/>
          <p:nvPr/>
        </p:nvSpPr>
        <p:spPr>
          <a:xfrm>
            <a:off x="728713" y="4102232"/>
            <a:ext cx="10115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SUITE Light" pitchFamily="2" charset="-127"/>
                <a:ea typeface="SUITE Light" pitchFamily="2" charset="-127"/>
              </a:rPr>
              <a:t>2 notebooks </a:t>
            </a:r>
            <a:endParaRPr lang="ko-KR" altLang="en-US" sz="900" dirty="0">
              <a:solidFill>
                <a:schemeClr val="bg2">
                  <a:lumMod val="50000"/>
                </a:schemeClr>
              </a:solidFill>
              <a:latin typeface="SUITE Light" pitchFamily="2" charset="-127"/>
              <a:ea typeface="SUITE Light" pitchFamily="2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29F57DD-6462-4F77-B3B3-EF7C1A692440}"/>
              </a:ext>
            </a:extLst>
          </p:cNvPr>
          <p:cNvSpPr/>
          <p:nvPr/>
        </p:nvSpPr>
        <p:spPr>
          <a:xfrm>
            <a:off x="728713" y="4658170"/>
            <a:ext cx="2819349" cy="282359"/>
          </a:xfrm>
          <a:prstGeom prst="round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SUITE" pitchFamily="2" charset="-127"/>
                <a:ea typeface="SUITE" pitchFamily="2" charset="-127"/>
              </a:rPr>
              <a:t>  yolo_12_training.py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E630CC5-68BE-4AC8-B8F7-F7A628DB9563}"/>
              </a:ext>
            </a:extLst>
          </p:cNvPr>
          <p:cNvSpPr/>
          <p:nvPr/>
        </p:nvSpPr>
        <p:spPr>
          <a:xfrm>
            <a:off x="728714" y="4321213"/>
            <a:ext cx="2819349" cy="282359"/>
          </a:xfrm>
          <a:prstGeom prst="round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SUITE" pitchFamily="2" charset="-127"/>
                <a:ea typeface="SUITE" pitchFamily="2" charset="-127"/>
              </a:rPr>
              <a:t>  rt_detr_training.py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91A8B16-E06D-4023-A4FD-78976D1E619D}"/>
              </a:ext>
            </a:extLst>
          </p:cNvPr>
          <p:cNvSpPr/>
          <p:nvPr/>
        </p:nvSpPr>
        <p:spPr>
          <a:xfrm>
            <a:off x="411208" y="5182778"/>
            <a:ext cx="3249909" cy="516495"/>
          </a:xfrm>
          <a:prstGeom prst="roundRect">
            <a:avLst>
              <a:gd name="adj" fmla="val 12537"/>
            </a:avLst>
          </a:prstGeom>
          <a:solidFill>
            <a:schemeClr val="bg1">
              <a:lumMod val="95000"/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42E27E-CFC1-4458-BB73-8628495CCCD8}"/>
              </a:ext>
            </a:extLst>
          </p:cNvPr>
          <p:cNvSpPr txBox="1"/>
          <p:nvPr/>
        </p:nvSpPr>
        <p:spPr>
          <a:xfrm>
            <a:off x="728713" y="5271576"/>
            <a:ext cx="23213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E Medium" pitchFamily="2" charset="-127"/>
                <a:ea typeface="SUITE Medium" pitchFamily="2" charset="-127"/>
                <a:cs typeface="+mn-cs"/>
              </a:rPr>
              <a:t>168.127.0.25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SUITE Medium" pitchFamily="2" charset="-127"/>
                <a:ea typeface="SUITE Medium" pitchFamily="2" charset="-127"/>
                <a:cs typeface="+mn-cs"/>
              </a:rPr>
              <a:t>(Connection failed)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SUITE Medium" pitchFamily="2" charset="-127"/>
              <a:ea typeface="SUITE Medium" pitchFamily="2" charset="-127"/>
              <a:cs typeface="+mn-cs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FC68985-1D80-48C3-97A8-37E835E9485E}"/>
              </a:ext>
            </a:extLst>
          </p:cNvPr>
          <p:cNvSpPr/>
          <p:nvPr/>
        </p:nvSpPr>
        <p:spPr>
          <a:xfrm>
            <a:off x="510794" y="5283988"/>
            <a:ext cx="149773" cy="152262"/>
          </a:xfrm>
          <a:prstGeom prst="ellipse">
            <a:avLst/>
          </a:prstGeom>
          <a:solidFill>
            <a:schemeClr val="accent4">
              <a:lumMod val="7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E837E9-4710-2494-FB1D-1EAA79AAEBAE}"/>
              </a:ext>
            </a:extLst>
          </p:cNvPr>
          <p:cNvSpPr/>
          <p:nvPr/>
        </p:nvSpPr>
        <p:spPr>
          <a:xfrm>
            <a:off x="3883842" y="401384"/>
            <a:ext cx="7822897" cy="599196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ABB512-DA7B-6E1E-4ABD-F9714E7DDEB3}"/>
              </a:ext>
            </a:extLst>
          </p:cNvPr>
          <p:cNvSpPr/>
          <p:nvPr/>
        </p:nvSpPr>
        <p:spPr>
          <a:xfrm>
            <a:off x="402068" y="401384"/>
            <a:ext cx="3264027" cy="599196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1C6F3F9-EAB1-4A5B-B04B-C41749FC9F39}"/>
              </a:ext>
            </a:extLst>
          </p:cNvPr>
          <p:cNvCxnSpPr/>
          <p:nvPr/>
        </p:nvCxnSpPr>
        <p:spPr>
          <a:xfrm>
            <a:off x="402068" y="1220259"/>
            <a:ext cx="11304671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E182167-16BA-53A1-557A-C1A3D28D5604}"/>
              </a:ext>
            </a:extLst>
          </p:cNvPr>
          <p:cNvCxnSpPr/>
          <p:nvPr/>
        </p:nvCxnSpPr>
        <p:spPr>
          <a:xfrm>
            <a:off x="402068" y="1446684"/>
            <a:ext cx="11304671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F7A69A0-49D9-1E7F-393D-4705858847E2}"/>
              </a:ext>
            </a:extLst>
          </p:cNvPr>
          <p:cNvSpPr/>
          <p:nvPr/>
        </p:nvSpPr>
        <p:spPr>
          <a:xfrm>
            <a:off x="4262443" y="3838242"/>
            <a:ext cx="7444296" cy="1584000"/>
          </a:xfrm>
          <a:prstGeom prst="roundRect">
            <a:avLst>
              <a:gd name="adj" fmla="val 7209"/>
            </a:avLst>
          </a:prstGeom>
          <a:solidFill>
            <a:schemeClr val="bg1">
              <a:lumMod val="9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FF5386-CE4F-7D86-B90C-EAC1202233CF}"/>
              </a:ext>
            </a:extLst>
          </p:cNvPr>
          <p:cNvSpPr txBox="1"/>
          <p:nvPr/>
        </p:nvSpPr>
        <p:spPr>
          <a:xfrm>
            <a:off x="4372761" y="3937179"/>
            <a:ext cx="207629" cy="14080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1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2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3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4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5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6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7</a:t>
            </a:r>
            <a:endParaRPr lang="ko-KR" altLang="en-US" sz="105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6814CE0-A80A-AEAC-B3A2-674BE7509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250" y="5192336"/>
            <a:ext cx="221311" cy="229906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3422985-7201-658A-B72C-F4F783C9DCCD}"/>
              </a:ext>
            </a:extLst>
          </p:cNvPr>
          <p:cNvSpPr/>
          <p:nvPr/>
        </p:nvSpPr>
        <p:spPr>
          <a:xfrm>
            <a:off x="4262443" y="5730111"/>
            <a:ext cx="7444296" cy="1584000"/>
          </a:xfrm>
          <a:prstGeom prst="roundRect">
            <a:avLst>
              <a:gd name="adj" fmla="val 7209"/>
            </a:avLst>
          </a:prstGeom>
          <a:solidFill>
            <a:schemeClr val="bg1">
              <a:lumMod val="9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904BD8-CC05-34BE-A848-C62E05012395}"/>
              </a:ext>
            </a:extLst>
          </p:cNvPr>
          <p:cNvSpPr txBox="1"/>
          <p:nvPr/>
        </p:nvSpPr>
        <p:spPr>
          <a:xfrm>
            <a:off x="4372761" y="5829048"/>
            <a:ext cx="207629" cy="14080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1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2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3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4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5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6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7</a:t>
            </a:r>
            <a:endParaRPr lang="ko-KR" altLang="en-US" sz="105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B1B2551-EADD-0D7C-32B4-C8B00A5C0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250" y="7084205"/>
            <a:ext cx="221311" cy="2299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2B9A986-137D-2FB1-461B-45609753FA23}"/>
              </a:ext>
            </a:extLst>
          </p:cNvPr>
          <p:cNvSpPr txBox="1"/>
          <p:nvPr/>
        </p:nvSpPr>
        <p:spPr>
          <a:xfrm>
            <a:off x="728713" y="5473003"/>
            <a:ext cx="10115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SUITE Light" pitchFamily="2" charset="-127"/>
                <a:ea typeface="SUITE Light" pitchFamily="2" charset="-127"/>
              </a:rPr>
              <a:t>2 notebooks </a:t>
            </a:r>
            <a:endParaRPr lang="ko-KR" altLang="en-US" sz="900" dirty="0">
              <a:solidFill>
                <a:schemeClr val="bg2">
                  <a:lumMod val="50000"/>
                </a:schemeClr>
              </a:solidFill>
              <a:latin typeface="SUITE Light" pitchFamily="2" charset="-127"/>
              <a:ea typeface="SUITE Light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1497712-2602-9C20-A791-6C71F2EA7F4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26" y="3880100"/>
            <a:ext cx="135904" cy="1359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9A516E6-830E-AEC9-4851-EFE2015D33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152" y="3846692"/>
            <a:ext cx="215420" cy="21542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FA4BCD1-BAED-CCB6-DCFC-EC60ED3D4AF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26" y="5276837"/>
            <a:ext cx="135904" cy="13590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D36EE67-1588-DD3D-AB22-17AE964B78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152" y="5243429"/>
            <a:ext cx="215420" cy="21542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5D007259-BE72-E374-D656-E85510938269}"/>
              </a:ext>
            </a:extLst>
          </p:cNvPr>
          <p:cNvGrpSpPr/>
          <p:nvPr/>
        </p:nvGrpSpPr>
        <p:grpSpPr>
          <a:xfrm>
            <a:off x="10395412" y="1218213"/>
            <a:ext cx="349913" cy="226800"/>
            <a:chOff x="10748371" y="1218213"/>
            <a:chExt cx="349913" cy="2268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02C5F8-ABA5-F176-EF81-CE83A0DE504B}"/>
                </a:ext>
              </a:extLst>
            </p:cNvPr>
            <p:cNvSpPr txBox="1"/>
            <p:nvPr/>
          </p:nvSpPr>
          <p:spPr>
            <a:xfrm>
              <a:off x="10748371" y="1218213"/>
              <a:ext cx="349913" cy="226800"/>
            </a:xfrm>
            <a:prstGeom prst="roundRect">
              <a:avLst>
                <a:gd name="adj" fmla="val 18766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ko-KR" altLang="en-US" sz="900" dirty="0">
                <a:latin typeface="SUITE Light" pitchFamily="2" charset="-127"/>
                <a:ea typeface="SUITE Light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96A4F91-D4AF-7C59-5721-7BA8BB16B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55375" y="1263661"/>
              <a:ext cx="135904" cy="135904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33C2F37-C358-43E0-5A71-012FCD52D1D4}"/>
              </a:ext>
            </a:extLst>
          </p:cNvPr>
          <p:cNvSpPr txBox="1"/>
          <p:nvPr/>
        </p:nvSpPr>
        <p:spPr>
          <a:xfrm>
            <a:off x="502679" y="2834065"/>
            <a:ext cx="18499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UITE" pitchFamily="2" charset="-127"/>
                <a:ea typeface="SUITE" pitchFamily="2" charset="-127"/>
              </a:rPr>
              <a:t>fix_transformers.py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16F3754-698B-2550-5D6C-1C465049AA41}"/>
              </a:ext>
            </a:extLst>
          </p:cNvPr>
          <p:cNvCxnSpPr/>
          <p:nvPr/>
        </p:nvCxnSpPr>
        <p:spPr>
          <a:xfrm>
            <a:off x="402068" y="1656234"/>
            <a:ext cx="11304671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7C1C1EB-DD17-6E7F-F35F-BBDCB8498A9C}"/>
              </a:ext>
            </a:extLst>
          </p:cNvPr>
          <p:cNvSpPr/>
          <p:nvPr/>
        </p:nvSpPr>
        <p:spPr>
          <a:xfrm>
            <a:off x="3883842" y="1625989"/>
            <a:ext cx="7819200" cy="36000"/>
          </a:xfrm>
          <a:prstGeom prst="rect">
            <a:avLst/>
          </a:prstGeom>
          <a:solidFill>
            <a:schemeClr val="bg2">
              <a:lumMod val="90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03300CE-F78E-E090-F442-928E30586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369" y="1763920"/>
            <a:ext cx="1098810" cy="152559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DB5545A9-40FC-5AB9-96E3-5D5FC1508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369" y="3658766"/>
            <a:ext cx="1098810" cy="15255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92BF9575-15D6-2E18-87D3-BD5CAA7AC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369" y="5546714"/>
            <a:ext cx="1098810" cy="15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79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BB22B-A1FD-02AA-79A8-2D9664A4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9308EFA-3DD3-84F9-2548-3FB353D7831E}"/>
              </a:ext>
            </a:extLst>
          </p:cNvPr>
          <p:cNvSpPr/>
          <p:nvPr/>
        </p:nvSpPr>
        <p:spPr>
          <a:xfrm>
            <a:off x="3909235" y="1656234"/>
            <a:ext cx="7806644" cy="53828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A9AC6-3AA1-565F-30AC-F7E73C0B9126}"/>
              </a:ext>
            </a:extLst>
          </p:cNvPr>
          <p:cNvSpPr txBox="1"/>
          <p:nvPr/>
        </p:nvSpPr>
        <p:spPr>
          <a:xfrm>
            <a:off x="366135" y="286688"/>
            <a:ext cx="393059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UITE Heavy" pitchFamily="2" charset="-127"/>
                <a:ea typeface="SUITE Heavy" pitchFamily="2" charset="-127"/>
              </a:rPr>
              <a:t>DarkPyonix</a:t>
            </a:r>
            <a:endParaRPr lang="ko-KR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SUITE Heavy" pitchFamily="2" charset="-127"/>
              <a:ea typeface="SUITE Heavy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C5834-6FCF-8A0C-1320-15E5B8F7FBBC}"/>
              </a:ext>
            </a:extLst>
          </p:cNvPr>
          <p:cNvSpPr txBox="1"/>
          <p:nvPr/>
        </p:nvSpPr>
        <p:spPr>
          <a:xfrm>
            <a:off x="394710" y="974038"/>
            <a:ext cx="3517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latin typeface="SUITE Light" pitchFamily="2" charset="-127"/>
                <a:ea typeface="SUITE Light" pitchFamily="2" charset="-127"/>
              </a:rPr>
              <a:t>The shareable in-browser notebook</a:t>
            </a:r>
            <a:endParaRPr lang="ko-KR" altLang="en-US" sz="1600" dirty="0">
              <a:solidFill>
                <a:schemeClr val="bg2">
                  <a:lumMod val="50000"/>
                </a:schemeClr>
              </a:solidFill>
              <a:latin typeface="SUITE Light" pitchFamily="2" charset="-127"/>
              <a:ea typeface="SUITE Light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6EC4E-7B6C-95D8-403F-68652D2E62C7}"/>
              </a:ext>
            </a:extLst>
          </p:cNvPr>
          <p:cNvSpPr txBox="1"/>
          <p:nvPr/>
        </p:nvSpPr>
        <p:spPr>
          <a:xfrm>
            <a:off x="394710" y="1686480"/>
            <a:ext cx="31805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spc="300" dirty="0">
                <a:solidFill>
                  <a:schemeClr val="bg2">
                    <a:lumMod val="50000"/>
                  </a:schemeClr>
                </a:solidFill>
                <a:latin typeface="SUITE" pitchFamily="2" charset="-127"/>
                <a:ea typeface="SUITE" pitchFamily="2" charset="-127"/>
              </a:rPr>
              <a:t>RECENT NOTEBOOKS</a:t>
            </a:r>
            <a:endParaRPr lang="ko-KR" altLang="en-US" sz="1000" spc="300" dirty="0">
              <a:solidFill>
                <a:schemeClr val="bg2">
                  <a:lumMod val="50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6D0D7-3A23-44E3-BE3E-63C31155557E}"/>
              </a:ext>
            </a:extLst>
          </p:cNvPr>
          <p:cNvSpPr txBox="1"/>
          <p:nvPr/>
        </p:nvSpPr>
        <p:spPr>
          <a:xfrm>
            <a:off x="502679" y="2508746"/>
            <a:ext cx="144941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UITE" pitchFamily="2" charset="-127"/>
                <a:ea typeface="SUITE" pitchFamily="2" charset="-127"/>
              </a:rPr>
              <a:t>dataset_coco.py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8FB6E7-658B-473C-D96A-E76392A00021}"/>
              </a:ext>
            </a:extLst>
          </p:cNvPr>
          <p:cNvSpPr txBox="1"/>
          <p:nvPr/>
        </p:nvSpPr>
        <p:spPr>
          <a:xfrm>
            <a:off x="411208" y="3460872"/>
            <a:ext cx="31805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spc="300" dirty="0">
                <a:solidFill>
                  <a:schemeClr val="bg2">
                    <a:lumMod val="50000"/>
                  </a:schemeClr>
                </a:solidFill>
                <a:latin typeface="SUITE" pitchFamily="2" charset="-127"/>
                <a:ea typeface="SUITE" pitchFamily="2" charset="-127"/>
              </a:rPr>
              <a:t>HOSTS</a:t>
            </a:r>
            <a:endParaRPr lang="ko-KR" altLang="en-US" sz="1000" spc="300" dirty="0">
              <a:solidFill>
                <a:schemeClr val="bg2">
                  <a:lumMod val="50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9F2AED4-697A-CCB1-4FAC-5BC6A873E4BD}"/>
              </a:ext>
            </a:extLst>
          </p:cNvPr>
          <p:cNvSpPr/>
          <p:nvPr/>
        </p:nvSpPr>
        <p:spPr>
          <a:xfrm>
            <a:off x="411208" y="2059141"/>
            <a:ext cx="3249909" cy="338554"/>
          </a:xfrm>
          <a:prstGeom prst="roundRect">
            <a:avLst>
              <a:gd name="adj" fmla="val 14095"/>
            </a:avLst>
          </a:prstGeom>
          <a:solidFill>
            <a:srgbClr val="C00000">
              <a:alpha val="63000"/>
            </a:srgb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altLang="ko-KR" sz="1400" dirty="0">
                <a:latin typeface="SUITE" pitchFamily="2" charset="-127"/>
                <a:ea typeface="SUITE" pitchFamily="2" charset="-127"/>
              </a:rPr>
              <a:t>  test_python.py</a:t>
            </a:r>
            <a:endParaRPr lang="ko-KR" altLang="en-US" sz="1400" dirty="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2079C94-FB21-6A80-FB38-FF24384BD79C}"/>
              </a:ext>
            </a:extLst>
          </p:cNvPr>
          <p:cNvSpPr/>
          <p:nvPr/>
        </p:nvSpPr>
        <p:spPr>
          <a:xfrm>
            <a:off x="4262443" y="1946373"/>
            <a:ext cx="7444296" cy="1584000"/>
          </a:xfrm>
          <a:prstGeom prst="roundRect">
            <a:avLst>
              <a:gd name="adj" fmla="val 7209"/>
            </a:avLst>
          </a:prstGeom>
          <a:solidFill>
            <a:schemeClr val="bg1">
              <a:lumMod val="9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58BAE1-506F-22A9-AABC-763C09B1396B}"/>
              </a:ext>
            </a:extLst>
          </p:cNvPr>
          <p:cNvSpPr txBox="1"/>
          <p:nvPr/>
        </p:nvSpPr>
        <p:spPr>
          <a:xfrm>
            <a:off x="4372761" y="2045310"/>
            <a:ext cx="207629" cy="14080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1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2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3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4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5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6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7</a:t>
            </a:r>
            <a:endParaRPr lang="ko-KR" altLang="en-US" sz="105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DAEE5B3E-1C16-93EF-4E33-492C6653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250" y="3300467"/>
            <a:ext cx="221311" cy="22990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1FE32CA-9613-057F-7CB3-F656D60D481A}"/>
              </a:ext>
            </a:extLst>
          </p:cNvPr>
          <p:cNvSpPr txBox="1"/>
          <p:nvPr/>
        </p:nvSpPr>
        <p:spPr>
          <a:xfrm>
            <a:off x="10806113" y="1222306"/>
            <a:ext cx="900626" cy="226800"/>
          </a:xfrm>
          <a:prstGeom prst="roundRect">
            <a:avLst>
              <a:gd name="adj" fmla="val 15617"/>
            </a:avLst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900" dirty="0">
                <a:latin typeface="SUITE" pitchFamily="2" charset="-127"/>
                <a:ea typeface="SUITE" pitchFamily="2" charset="-127"/>
              </a:rPr>
              <a:t>Select Kernel</a:t>
            </a:r>
            <a:endParaRPr lang="ko-KR" altLang="en-US" sz="900" dirty="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42CEECB-E6C3-16B5-6911-9AB10E91D468}"/>
              </a:ext>
            </a:extLst>
          </p:cNvPr>
          <p:cNvSpPr/>
          <p:nvPr/>
        </p:nvSpPr>
        <p:spPr>
          <a:xfrm>
            <a:off x="411208" y="3788983"/>
            <a:ext cx="3249909" cy="1252139"/>
          </a:xfrm>
          <a:prstGeom prst="roundRect">
            <a:avLst>
              <a:gd name="adj" fmla="val 6327"/>
            </a:avLst>
          </a:prstGeom>
          <a:solidFill>
            <a:schemeClr val="bg1">
              <a:lumMod val="95000"/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D2DAD029-7E4A-7731-906A-93264E8071C5}"/>
              </a:ext>
            </a:extLst>
          </p:cNvPr>
          <p:cNvSpPr/>
          <p:nvPr/>
        </p:nvSpPr>
        <p:spPr>
          <a:xfrm>
            <a:off x="510794" y="3895986"/>
            <a:ext cx="149773" cy="152262"/>
          </a:xfrm>
          <a:prstGeom prst="ellipse">
            <a:avLst/>
          </a:prstGeom>
          <a:solidFill>
            <a:schemeClr val="accent6">
              <a:lumMod val="7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FB9310-14E0-4C79-AB7B-7210BE1DFFE8}"/>
              </a:ext>
            </a:extLst>
          </p:cNvPr>
          <p:cNvSpPr txBox="1"/>
          <p:nvPr/>
        </p:nvSpPr>
        <p:spPr>
          <a:xfrm>
            <a:off x="728713" y="3883662"/>
            <a:ext cx="139524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200" dirty="0">
                <a:latin typeface="SUITE Medium" pitchFamily="2" charset="-127"/>
                <a:ea typeface="SUITE Medium" pitchFamily="2" charset="-127"/>
              </a:rPr>
              <a:t>168.127.0.25</a:t>
            </a:r>
            <a:endParaRPr lang="ko-KR" altLang="en-US" sz="1200" dirty="0">
              <a:latin typeface="SUITE Medium" pitchFamily="2" charset="-127"/>
              <a:ea typeface="SUITE Medium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FD7410-FCE9-4BC1-AC19-4D42D49D2574}"/>
              </a:ext>
            </a:extLst>
          </p:cNvPr>
          <p:cNvSpPr txBox="1"/>
          <p:nvPr/>
        </p:nvSpPr>
        <p:spPr>
          <a:xfrm>
            <a:off x="728713" y="4102232"/>
            <a:ext cx="10115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SUITE Light" pitchFamily="2" charset="-127"/>
                <a:ea typeface="SUITE Light" pitchFamily="2" charset="-127"/>
              </a:rPr>
              <a:t>2 notebooks </a:t>
            </a:r>
            <a:endParaRPr lang="ko-KR" altLang="en-US" sz="900" dirty="0">
              <a:solidFill>
                <a:schemeClr val="bg2">
                  <a:lumMod val="50000"/>
                </a:schemeClr>
              </a:solidFill>
              <a:latin typeface="SUITE Light" pitchFamily="2" charset="-127"/>
              <a:ea typeface="SUITE Light" pitchFamily="2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90C742B0-2D00-37CB-5508-42BBD058ABA1}"/>
              </a:ext>
            </a:extLst>
          </p:cNvPr>
          <p:cNvSpPr/>
          <p:nvPr/>
        </p:nvSpPr>
        <p:spPr>
          <a:xfrm>
            <a:off x="728713" y="4658170"/>
            <a:ext cx="2819349" cy="282359"/>
          </a:xfrm>
          <a:prstGeom prst="round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SUITE" pitchFamily="2" charset="-127"/>
                <a:ea typeface="SUITE" pitchFamily="2" charset="-127"/>
              </a:rPr>
              <a:t>  yolo_12_training.py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82BFDAF-5956-4248-F197-31EDD4C756DE}"/>
              </a:ext>
            </a:extLst>
          </p:cNvPr>
          <p:cNvSpPr/>
          <p:nvPr/>
        </p:nvSpPr>
        <p:spPr>
          <a:xfrm>
            <a:off x="728714" y="4321213"/>
            <a:ext cx="2819349" cy="282359"/>
          </a:xfrm>
          <a:prstGeom prst="round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SUITE" pitchFamily="2" charset="-127"/>
                <a:ea typeface="SUITE" pitchFamily="2" charset="-127"/>
              </a:rPr>
              <a:t>  rt_detr_training.py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A481E55-8019-F963-4AA4-77D8C3CFF8FD}"/>
              </a:ext>
            </a:extLst>
          </p:cNvPr>
          <p:cNvSpPr/>
          <p:nvPr/>
        </p:nvSpPr>
        <p:spPr>
          <a:xfrm>
            <a:off x="411208" y="5182778"/>
            <a:ext cx="3249909" cy="516495"/>
          </a:xfrm>
          <a:prstGeom prst="roundRect">
            <a:avLst>
              <a:gd name="adj" fmla="val 12537"/>
            </a:avLst>
          </a:prstGeom>
          <a:solidFill>
            <a:schemeClr val="bg1">
              <a:lumMod val="95000"/>
              <a:alpha val="63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30C940-626A-79E9-357E-2F55991C9C9D}"/>
              </a:ext>
            </a:extLst>
          </p:cNvPr>
          <p:cNvSpPr txBox="1"/>
          <p:nvPr/>
        </p:nvSpPr>
        <p:spPr>
          <a:xfrm>
            <a:off x="728713" y="5271576"/>
            <a:ext cx="23213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E Medium" pitchFamily="2" charset="-127"/>
                <a:ea typeface="SUITE Medium" pitchFamily="2" charset="-127"/>
                <a:cs typeface="+mn-cs"/>
              </a:rPr>
              <a:t>168.127.0.25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SUITE Medium" pitchFamily="2" charset="-127"/>
                <a:ea typeface="SUITE Medium" pitchFamily="2" charset="-127"/>
                <a:cs typeface="+mn-cs"/>
              </a:rPr>
              <a:t>(Connection failed)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SUITE Medium" pitchFamily="2" charset="-127"/>
              <a:ea typeface="SUITE Medium" pitchFamily="2" charset="-127"/>
              <a:cs typeface="+mn-cs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BAB633C-248A-3BD0-ABD9-AC035062F8CC}"/>
              </a:ext>
            </a:extLst>
          </p:cNvPr>
          <p:cNvSpPr/>
          <p:nvPr/>
        </p:nvSpPr>
        <p:spPr>
          <a:xfrm>
            <a:off x="510794" y="5283988"/>
            <a:ext cx="149773" cy="152262"/>
          </a:xfrm>
          <a:prstGeom prst="ellipse">
            <a:avLst/>
          </a:prstGeom>
          <a:solidFill>
            <a:schemeClr val="accent4">
              <a:lumMod val="7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4015DCB-3F33-F339-2EB7-F1875F6ADC64}"/>
              </a:ext>
            </a:extLst>
          </p:cNvPr>
          <p:cNvSpPr/>
          <p:nvPr/>
        </p:nvSpPr>
        <p:spPr>
          <a:xfrm>
            <a:off x="4262443" y="3838242"/>
            <a:ext cx="7444296" cy="1584000"/>
          </a:xfrm>
          <a:prstGeom prst="roundRect">
            <a:avLst>
              <a:gd name="adj" fmla="val 7209"/>
            </a:avLst>
          </a:prstGeom>
          <a:solidFill>
            <a:schemeClr val="bg1">
              <a:lumMod val="9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86AF63-6561-32C4-82C6-58A7859ABB65}"/>
              </a:ext>
            </a:extLst>
          </p:cNvPr>
          <p:cNvSpPr txBox="1"/>
          <p:nvPr/>
        </p:nvSpPr>
        <p:spPr>
          <a:xfrm>
            <a:off x="4372761" y="3937179"/>
            <a:ext cx="207629" cy="14080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1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2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3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4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5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6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7</a:t>
            </a:r>
            <a:endParaRPr lang="ko-KR" altLang="en-US" sz="105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292DB6D-5DF2-8F07-BF01-E9BB00AF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250" y="5192336"/>
            <a:ext cx="221311" cy="229906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0D0AC2F-B00A-40C8-4C77-1856E8041BDC}"/>
              </a:ext>
            </a:extLst>
          </p:cNvPr>
          <p:cNvSpPr/>
          <p:nvPr/>
        </p:nvSpPr>
        <p:spPr>
          <a:xfrm>
            <a:off x="4262443" y="5730111"/>
            <a:ext cx="7444296" cy="1584000"/>
          </a:xfrm>
          <a:prstGeom prst="roundRect">
            <a:avLst>
              <a:gd name="adj" fmla="val 7209"/>
            </a:avLst>
          </a:prstGeom>
          <a:solidFill>
            <a:schemeClr val="bg1">
              <a:lumMod val="95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FD356-58F4-0E38-362B-C3E77107B92E}"/>
              </a:ext>
            </a:extLst>
          </p:cNvPr>
          <p:cNvSpPr txBox="1"/>
          <p:nvPr/>
        </p:nvSpPr>
        <p:spPr>
          <a:xfrm>
            <a:off x="4372761" y="5829048"/>
            <a:ext cx="207629" cy="14080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1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2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3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4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5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6</a:t>
            </a:r>
          </a:p>
          <a:p>
            <a:endParaRPr lang="en-US" altLang="ko-KR" sz="30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  <a:p>
            <a:r>
              <a:rPr lang="en-US" altLang="ko-KR" sz="1050" dirty="0">
                <a:solidFill>
                  <a:schemeClr val="bg1">
                    <a:lumMod val="75000"/>
                  </a:schemeClr>
                </a:solidFill>
                <a:latin typeface="SUITE" pitchFamily="2" charset="-127"/>
                <a:ea typeface="SUITE" pitchFamily="2" charset="-127"/>
              </a:rPr>
              <a:t>7</a:t>
            </a:r>
            <a:endParaRPr lang="ko-KR" altLang="en-US" sz="1050" dirty="0">
              <a:solidFill>
                <a:schemeClr val="bg1">
                  <a:lumMod val="7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91C8A20-D2A9-326C-CA1F-37F090A63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250" y="7084205"/>
            <a:ext cx="221311" cy="2299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A5BB980-F6B3-6CE5-8963-A6C131512406}"/>
              </a:ext>
            </a:extLst>
          </p:cNvPr>
          <p:cNvSpPr txBox="1"/>
          <p:nvPr/>
        </p:nvSpPr>
        <p:spPr>
          <a:xfrm>
            <a:off x="728713" y="5473003"/>
            <a:ext cx="10115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SUITE Light" pitchFamily="2" charset="-127"/>
                <a:ea typeface="SUITE Light" pitchFamily="2" charset="-127"/>
              </a:rPr>
              <a:t>2 notebooks </a:t>
            </a:r>
            <a:endParaRPr lang="ko-KR" altLang="en-US" sz="900" dirty="0">
              <a:solidFill>
                <a:schemeClr val="bg2">
                  <a:lumMod val="50000"/>
                </a:schemeClr>
              </a:solidFill>
              <a:latin typeface="SUITE Light" pitchFamily="2" charset="-127"/>
              <a:ea typeface="SUITE Light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4BD519E-4E05-DA8B-0C19-5B39F43BEB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26" y="3880100"/>
            <a:ext cx="135904" cy="1359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5F168F8-410D-1127-99B2-A4E1905A846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152" y="3846692"/>
            <a:ext cx="215420" cy="21542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F374EF0-7CF3-CFF3-DB80-740781AC23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26" y="5276837"/>
            <a:ext cx="135904" cy="13590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7D5B66B-3626-75AF-4DA9-D10D1C5AE2E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152" y="5243429"/>
            <a:ext cx="215420" cy="21542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E11DF44-942A-F966-F285-23E413C20A14}"/>
              </a:ext>
            </a:extLst>
          </p:cNvPr>
          <p:cNvGrpSpPr/>
          <p:nvPr/>
        </p:nvGrpSpPr>
        <p:grpSpPr>
          <a:xfrm>
            <a:off x="10395412" y="1218213"/>
            <a:ext cx="349913" cy="226800"/>
            <a:chOff x="10748371" y="1218213"/>
            <a:chExt cx="349913" cy="2268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FF395B-A3A7-A204-7606-EB766DD5308C}"/>
                </a:ext>
              </a:extLst>
            </p:cNvPr>
            <p:cNvSpPr txBox="1"/>
            <p:nvPr/>
          </p:nvSpPr>
          <p:spPr>
            <a:xfrm>
              <a:off x="10748371" y="1218213"/>
              <a:ext cx="349913" cy="226800"/>
            </a:xfrm>
            <a:prstGeom prst="roundRect">
              <a:avLst>
                <a:gd name="adj" fmla="val 18766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ko-KR" altLang="en-US" sz="900" dirty="0">
                <a:latin typeface="SUITE Light" pitchFamily="2" charset="-127"/>
                <a:ea typeface="SUITE Light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C0A8469-F7D7-ED98-0D52-CBFEC5D22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55375" y="1263661"/>
              <a:ext cx="135904" cy="135904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4D51D16-81A9-2CA0-8789-668D435B346F}"/>
              </a:ext>
            </a:extLst>
          </p:cNvPr>
          <p:cNvSpPr txBox="1"/>
          <p:nvPr/>
        </p:nvSpPr>
        <p:spPr>
          <a:xfrm>
            <a:off x="502679" y="2834065"/>
            <a:ext cx="18499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UITE" pitchFamily="2" charset="-127"/>
                <a:ea typeface="SUITE" pitchFamily="2" charset="-127"/>
              </a:rPr>
              <a:t>fix_transformers.py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SUITE" pitchFamily="2" charset="-127"/>
              <a:ea typeface="SUITE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DF7AB31-427F-3923-B58E-8766CB676959}"/>
              </a:ext>
            </a:extLst>
          </p:cNvPr>
          <p:cNvSpPr/>
          <p:nvPr/>
        </p:nvSpPr>
        <p:spPr>
          <a:xfrm>
            <a:off x="3883842" y="1625989"/>
            <a:ext cx="7819200" cy="36000"/>
          </a:xfrm>
          <a:prstGeom prst="rect">
            <a:avLst/>
          </a:prstGeom>
          <a:solidFill>
            <a:schemeClr val="bg2">
              <a:lumMod val="90000"/>
              <a:alpha val="63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600">
              <a:latin typeface="SUITE" pitchFamily="2" charset="-127"/>
              <a:ea typeface="SUITE" pitchFamily="2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258A328F-0BE9-B089-5BAD-80C5DBC53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369" y="1763920"/>
            <a:ext cx="1098810" cy="152559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79EB53B-D2F7-D7E0-B6EC-495CBC431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369" y="3658766"/>
            <a:ext cx="1098810" cy="15255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A3B3565E-5FF8-5E20-D1E4-5631AF64F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369" y="5546714"/>
            <a:ext cx="1098810" cy="15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2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>
            <a:alpha val="63000"/>
          </a:srgbClr>
        </a:solidFill>
        <a:ln>
          <a:noFill/>
        </a:ln>
        <a:effectLst/>
      </a:spPr>
      <a:bodyPr rtlCol="0" anchor="ctr"/>
      <a:lstStyle>
        <a:defPPr algn="l">
          <a:defRPr sz="1600" smtClean="0">
            <a:latin typeface="SUITE" pitchFamily="2" charset="-127"/>
            <a:ea typeface="SUITE" pitchFamily="2" charset="-127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146</Words>
  <Application>Microsoft Office PowerPoint</Application>
  <PresentationFormat>와이드스크린</PresentationFormat>
  <Paragraphs>106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SUITE</vt:lpstr>
      <vt:lpstr>SUITE Heavy</vt:lpstr>
      <vt:lpstr>SUITE Light</vt:lpstr>
      <vt:lpstr>SUITE Medium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다연</dc:creator>
  <cp:lastModifiedBy>CHAEUN MUN</cp:lastModifiedBy>
  <cp:revision>38</cp:revision>
  <dcterms:created xsi:type="dcterms:W3CDTF">2025-08-09T12:58:23Z</dcterms:created>
  <dcterms:modified xsi:type="dcterms:W3CDTF">2025-08-11T15:11:02Z</dcterms:modified>
</cp:coreProperties>
</file>