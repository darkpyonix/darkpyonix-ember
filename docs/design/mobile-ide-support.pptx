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7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09E31-4B58-48AB-A32A-58B80B044B0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0E528-9BAB-448B-9F8E-D667765EE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56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0E528-9BAB-448B-9F8E-D667765EEDF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69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48EBF-EFEC-68EC-BAFF-6A19CB158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A5706D-FF85-17EB-B901-36ED6DBFD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96A10-28EB-57AA-5838-17460C61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1446C5-1215-6E5A-DD0B-5318988A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2496A2-5F8F-C6CA-16BC-F3FEC8A4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76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552DD-0F21-96EC-C493-4127D51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99A6EA-DC2E-B930-6D97-A502A454A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6EF29-AB04-7FBD-5E32-CBBDAE17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E96BF-36AE-7511-0C34-E14BE92DC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C53B5-8C85-E2A4-CC68-47BB5361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77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57A5B-9E94-B2BD-86D8-186F2AB6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B0808-BFE2-D6CB-4887-A861B652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A6D52-CA17-B318-A3F2-BAC96E25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4729A-230C-AD3C-91F4-AF9059BB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41544-2FD0-1A16-C501-B9A61EAD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96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EF64C-AF49-0B70-BFA5-D2E8C462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A7199B-9EFB-B16A-6C04-D4A26DC1B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CFE901-9066-657E-57D0-1E13BAECD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D90EA8-5918-78CB-D7B4-6D65DD03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E65960-479F-CDC5-E810-AF6A0F75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438F22-905F-C915-883D-08E6A39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34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49088-E2D3-A0CA-CF46-F8FD99AA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82B28F-5EF7-A03D-4597-B29A70E72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4BA08E-EE29-32A2-D58D-B99054401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8A3170-315C-514C-4EB2-A80281459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B3BC06-AC65-261F-2F3E-E4AAF68F8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D0D6D3-C741-F48C-2EC6-3B8C80DA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6E0608-0362-8CA7-F5B4-1D5FEC34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60D757-EC8F-4ED5-00A4-F1A8C06A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21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3A863-0145-1A92-D092-D9C0CC3B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E58360-B04E-2D63-03E4-6F3C5149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A6BFC9-7264-9E7C-E4C0-48E6CBFD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3C667F-3C69-045A-4CE7-48CA3CC3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53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9AC876-9281-A3A8-BE6C-DC6A0E2E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A9FBF5-60AC-ECD0-AFAE-B15E5A79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00B59F-D46E-FDE6-D25D-5D506EC3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61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56DAC-6C61-7A90-071A-81987ACA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8C4FC3-9637-8885-5834-895F4ECB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758F4-83F4-BE42-0373-26C383E0A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594733-CA51-C10C-A258-7F5A577A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4A72EB-9FC9-7DF3-E103-ECEF5903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536DEF-D44D-7A7B-20C2-AA1E766A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92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6CA66-FCD9-3034-25CC-34D53CE5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42ED17-9105-0ACE-01AB-21CDE28C6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96E8AF-8F02-DA61-76DB-15DF42888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79EA00-BD13-4BCE-B740-9ECCBFD1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95C3E7-3AB0-27F2-29B9-8450B3EC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348F8A-3DB2-B0BC-224A-F29D6F7C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399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904CD-2CB3-1E63-67F2-56FCD41D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8E6D29-CC1D-B80D-41C7-19ADA30E7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B6F26D-90BE-C6D5-7120-674BD3A3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31876-F231-A501-1F0F-0B699EA2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60570E-39B6-17A0-1FD3-DC812247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43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F7D149-51C6-2BB9-D8F3-41EC38BA0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E026BF-04C9-D13C-6B43-3547045C6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48E38E-428F-09BB-07EC-9897673A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C39A8-57F9-4091-C6C9-8D22AA02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50F632-709D-1939-2059-055336BC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AF8397-7714-AA2C-5C55-B7CD41F2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1B775E-35AC-84B4-7EC4-48EDA3B86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0390-C154-2E19-B6E9-348F9F808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B37F4-6670-458E-9D9C-C7ACE077FCA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BD546-F95C-6F3B-484B-9CC96AC24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B18AF-E1B0-D19E-3D31-DC31B95C2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21F57-1946-46D6-8B83-667940C96C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27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4DE2A4-5345-2700-72C4-92E71479C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844"/>
            <a:ext cx="12192000" cy="600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6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8849F8-B5D7-332F-B564-8012277F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464" b="54709"/>
          <a:stretch>
            <a:fillRect/>
          </a:stretch>
        </p:blipFill>
        <p:spPr>
          <a:xfrm>
            <a:off x="4398181" y="0"/>
            <a:ext cx="3630464" cy="42830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997BA4-167D-E646-06D8-69DD251488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" t="7558" r="97516" b="87394"/>
          <a:stretch>
            <a:fillRect/>
          </a:stretch>
        </p:blipFill>
        <p:spPr>
          <a:xfrm>
            <a:off x="4397976" y="6305280"/>
            <a:ext cx="489837" cy="5092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4B5602-8D2B-0AE9-A6FC-DC2D9BF089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3" t="92319" r="97464" b="2633"/>
          <a:stretch>
            <a:fillRect/>
          </a:stretch>
        </p:blipFill>
        <p:spPr>
          <a:xfrm>
            <a:off x="7523950" y="6330131"/>
            <a:ext cx="489837" cy="5092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0719B2-D32E-6BC2-746D-480D1A3EA7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" t="12666" r="97469" b="82286"/>
          <a:stretch>
            <a:fillRect/>
          </a:stretch>
        </p:blipFill>
        <p:spPr>
          <a:xfrm>
            <a:off x="3792320" y="6146568"/>
            <a:ext cx="439787" cy="4572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6FA88C2-926A-7FAC-C8BC-A16E1298D3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" t="87380" r="97503" b="7572"/>
          <a:stretch>
            <a:fillRect/>
          </a:stretch>
        </p:blipFill>
        <p:spPr>
          <a:xfrm>
            <a:off x="7647709" y="0"/>
            <a:ext cx="355910" cy="370003"/>
          </a:xfrm>
          <a:prstGeom prst="rect">
            <a:avLst/>
          </a:prstGeom>
        </p:spPr>
      </p:pic>
      <p:pic>
        <p:nvPicPr>
          <p:cNvPr id="12" name="그래픽 11" descr="CMD 터미널 윤곽선">
            <a:extLst>
              <a:ext uri="{FF2B5EF4-FFF2-40B4-BE49-F238E27FC236}">
                <a16:creationId xmlns:a16="http://schemas.microsoft.com/office/drawing/2014/main" id="{FA348FA6-ABD5-978A-A63C-0D86DE592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6688" y="6431573"/>
            <a:ext cx="325814" cy="3258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8D7BA85-B908-CF14-C765-F8AA7FB608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" t="18032" r="97503" b="76920"/>
          <a:stretch>
            <a:fillRect/>
          </a:stretch>
        </p:blipFill>
        <p:spPr>
          <a:xfrm>
            <a:off x="3515156" y="5711827"/>
            <a:ext cx="439787" cy="4572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071B3F1-69E4-E6C1-09AF-4C310F8C6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433" r="22464"/>
          <a:stretch>
            <a:fillRect/>
          </a:stretch>
        </p:blipFill>
        <p:spPr>
          <a:xfrm>
            <a:off x="4398181" y="4231755"/>
            <a:ext cx="3630464" cy="213412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6D70BC1-3A91-383E-3675-FFA63506923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55443" y="6375169"/>
            <a:ext cx="409632" cy="419158"/>
          </a:xfrm>
          <a:prstGeom prst="rect">
            <a:avLst/>
          </a:prstGeom>
        </p:spPr>
      </p:pic>
      <p:pic>
        <p:nvPicPr>
          <p:cNvPr id="29" name="그래픽 28" descr="초승달 윤곽선">
            <a:extLst>
              <a:ext uri="{FF2B5EF4-FFF2-40B4-BE49-F238E27FC236}">
                <a16:creationId xmlns:a16="http://schemas.microsoft.com/office/drawing/2014/main" id="{2DB1992C-2ED8-7959-0315-810093767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2081" y="6438819"/>
            <a:ext cx="327600" cy="3276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3C0A1A05-FF16-5544-E537-C4BFC8A42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7976" y="0"/>
            <a:ext cx="45726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7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1</Words>
  <Application>Microsoft Office PowerPoint</Application>
  <PresentationFormat>와이드스크린</PresentationFormat>
  <Paragraphs>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CHAEUN MUN</dc:creator>
  <cp:lastModifiedBy>CHAEUN MUN</cp:lastModifiedBy>
  <cp:revision>4</cp:revision>
  <dcterms:created xsi:type="dcterms:W3CDTF">2025-08-08T19:20:47Z</dcterms:created>
  <dcterms:modified xsi:type="dcterms:W3CDTF">2026-07-04T15:26:24Z</dcterms:modified>
</cp:coreProperties>
</file>